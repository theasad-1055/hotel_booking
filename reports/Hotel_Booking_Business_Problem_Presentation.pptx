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Hotel Booking Cancellation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Problem Overview</a:t>
            </a:r>
          </a:p>
          <a:p>
            <a:r>
              <a:t>Prepared by: Mohammad Asad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City and resort hotels have experienced high booking cancellation rates.</a:t>
            </a:r>
          </a:p>
          <a:p>
            <a:pPr>
              <a:defRPr sz="2200"/>
            </a:pPr>
            <a:r>
              <a:t>High cancellations reduce revenue and room utilization.</a:t>
            </a:r>
          </a:p>
          <a:p>
            <a:pPr>
              <a:defRPr sz="2200"/>
            </a:pPr>
            <a:r>
              <a:t>Goal: Reduce cancellations and improve revenue generation.</a:t>
            </a:r>
          </a:p>
          <a:p>
            <a:pPr>
              <a:defRPr sz="2200"/>
            </a:pPr>
            <a:r>
              <a:t>Analyze hotel bookings, cancellations, and factors affecting business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Identify factors influencing booking cancellations.</a:t>
            </a:r>
          </a:p>
          <a:p>
            <a:pPr>
              <a:defRPr sz="2200"/>
            </a:pPr>
            <a:r>
              <a:t>Provide data-driven business recommendations.</a:t>
            </a:r>
          </a:p>
          <a:p>
            <a:pPr>
              <a:defRPr sz="2200"/>
            </a:pPr>
            <a:r>
              <a:t>Support pricing, marketing, and operational decisions.</a:t>
            </a:r>
          </a:p>
          <a:p>
            <a:pPr>
              <a:defRPr sz="2200"/>
            </a:pPr>
            <a:r>
              <a:t>Increase occupancy and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No unusual events between 2015–2017 significantly affect the dataset.</a:t>
            </a:r>
          </a:p>
          <a:p>
            <a:pPr>
              <a:defRPr sz="2200"/>
            </a:pPr>
            <a:r>
              <a:t>The dataset is representative for analysis.</a:t>
            </a:r>
          </a:p>
          <a:p>
            <a:pPr>
              <a:defRPr sz="2200"/>
            </a:pPr>
            <a:r>
              <a:t>Suggested strategies have no major negative impact.</a:t>
            </a:r>
          </a:p>
          <a:p>
            <a:pPr>
              <a:defRPr sz="2200"/>
            </a:pPr>
            <a:r>
              <a:t>Hotels are not currently using the proposed solutions.</a:t>
            </a:r>
          </a:p>
          <a:p>
            <a:pPr>
              <a:defRPr sz="2200"/>
            </a:pPr>
            <a:r>
              <a:t>Booking cancellations are a major driver of revenue loss.</a:t>
            </a:r>
          </a:p>
          <a:p>
            <a:pPr>
              <a:defRPr sz="2200"/>
            </a:pPr>
            <a:r>
              <a:t>Cancelled rooms remain vacant for the booked period.</a:t>
            </a:r>
          </a:p>
          <a:p>
            <a:pPr>
              <a:defRPr sz="2200"/>
            </a:pPr>
            <a:r>
              <a:t>Reservations and cancellations occur within the same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Which variables affect hotel reservation cancellations?</a:t>
            </a:r>
          </a:p>
          <a:p>
            <a:pPr>
              <a:defRPr sz="2200"/>
            </a:pPr>
            <a:r>
              <a:t>How can cancellation rates be reduced?</a:t>
            </a:r>
          </a:p>
          <a:p>
            <a:pPr>
              <a:defRPr sz="2200"/>
            </a:pPr>
            <a:r>
              <a:t>How can hotels improve pricing and promotional decisions?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Higher room prices lead to more cancellations.</a:t>
            </a:r>
          </a:p>
          <a:p>
            <a:pPr>
              <a:defRPr sz="2200"/>
            </a:pPr>
            <a:r>
              <a:t>Longer waiting lists increase cancellation probability.</a:t>
            </a:r>
          </a:p>
          <a:p>
            <a:pPr>
              <a:defRPr sz="2200"/>
            </a:pPr>
            <a:r>
              <a:t>Offline travel agents contribute a large share of bookings.</a:t>
            </a:r>
          </a:p>
          <a:p>
            <a:pPr>
              <a:defRPr sz="2200"/>
            </a:pPr>
            <a:r>
              <a:t>Understanding these factors can improve revenue and occupancy.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dynamic pricing based on demand.</a:t>
            </a:r>
          </a:p>
          <a:p>
            <a:pPr>
              <a:defRPr sz="2200"/>
            </a:pPr>
            <a:r>
              <a:t>Offer flexible yet optimized cancellation policies.</a:t>
            </a:r>
          </a:p>
          <a:p>
            <a:pPr>
              <a:defRPr sz="2200"/>
            </a:pPr>
            <a:r>
              <a:t>Target high-risk bookings with promotions and reminders.</a:t>
            </a:r>
          </a:p>
          <a:p>
            <a:pPr>
              <a:defRPr sz="2200"/>
            </a:pPr>
            <a:r>
              <a:t>Improve direct bookings through loyalty programs.</a:t>
            </a:r>
          </a:p>
          <a:p>
            <a:pPr>
              <a:defRPr sz="2200"/>
            </a:pPr>
            <a:r>
              <a:t>Monitor agent performance and booking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